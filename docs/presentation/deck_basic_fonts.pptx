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면적 단위 질문이 오면 맨 아래 각주: SRAM 1 KB = 1인 상대 단위, 블록 계수의 합.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성능 (cycle)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면적 (상대)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실험 통과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508406" y="5905195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면적(상대)</a:t>
            </a:r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구성 블록 비용의 합. </a:t>
            </a:r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 1 KB = 1</a:t>
            </a:r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기준으로 각 IP의 면적을 대략적인 상대값으로 가정해 PoC 결과를 분석했으며, 실제 수치로 교체 가능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2026-10-03T05:22:35Z</dcterms:created>
  <dcterms:modified xsi:type="dcterms:W3CDTF">2026-10-03T05:22:35Z</dcterms:modified>
</cp:coreProperties>
</file>