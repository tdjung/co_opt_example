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면적 단위 질문이 오면 맨 아래 각주: SRAM 1 KB = 1인 상대 단위, 블록 계수의 합.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성능 (cycle)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면적 (상대)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실험 통과</a:t>
            </a:r>
            <a:endParaRPr lang="en-US" sz="1500" dirty="0"/>
          </a:p>
        </p:txBody>
      </p:sp>
      <p:sp>
        <p:nvSpPr>
          <p:cNvPr id="43" name="Text 38"/>
          <p:cNvSpPr txBox="1"/>
          <p:nvPr/>
        </p:nvSpPr>
        <p:spPr>
          <a:xfrm>
            <a:off x="508406" y="5905195"/>
            <a:ext cx="11175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면적(상대)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구성 블록 비용의 합, </a:t>
            </a:r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 1 KB = 1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기준 — TCM 1.1/KB · I-Cache 2.5/KB · Flash prefetch 1.5 · DMA 0.8/ch · MAC 4 + 1.2/lane. 공개 자료(CACTI 계열) 비율이며 mm²가 아님 · 예산 170/280/470도 같은 단위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2026-10-03T05:17:53Z</dcterms:created>
  <dcterms:modified xsi:type="dcterms:W3CDTF">2026-10-03T05:17:53Z</dcterms:modified>
</cp:coreProperties>
</file>