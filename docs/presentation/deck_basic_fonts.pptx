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가지 HW 구조 모두에서, 같은 정확도로 cycle −[__]% · 면적 −[__]%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성능 (cycle)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면적 (상대)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실험 통과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2026-10-03T05:12:19Z</dcterms:created>
  <dcterms:modified xsi:type="dcterms:W3CDTF">2026-10-03T05:12:19Z</dcterms:modified>
</cp:coreProperties>
</file>