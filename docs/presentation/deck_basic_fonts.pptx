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'코어·메모리·버스는 기존 자산, 이번에 더한 것은 MAC 가속기·PoC 주변장치·분석 출력'을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667305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22860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2349094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코어 (NVIC·FPU)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 · SRAM · Flash · I-Cache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· DMA · Timer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353105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과제에서 추가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353105" y="4381805"/>
            <a:ext cx="2691994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353105" y="4381805"/>
            <a:ext cx="26919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530498" y="4546397"/>
            <a:ext cx="23362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가속기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530498" y="4863694"/>
            <a:ext cx="233629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dot-product 버스 마스터 · 레지스터 맵 · 완료 IRQ · 면적 비용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72200" y="4381805"/>
            <a:ext cx="2691994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72200" y="4381805"/>
            <a:ext cx="26919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49594" y="4546397"/>
            <a:ext cx="23362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주변장치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349594" y="4863694"/>
            <a:ext cx="233629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오디오 입력(16 kHz → DMA) · 센서/액추에이터 · 결과·마커 출력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991295" y="4381805"/>
            <a:ext cx="2691994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91295" y="4381805"/>
            <a:ext cx="26919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169603" y="4546397"/>
            <a:ext cx="23362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출력 확장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169603" y="4863694"/>
            <a:ext cx="233629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 이벤트: 메모리 영역별 접근·스톨·버스 대기 · FST: PC·함수·버스 신호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면적 예산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사람 HW + 기본 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SW만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HW+SW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470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HW-SW 최적화까지 실리콘 전에 — 기존 FPGA·에뮬 흐름 앞에 추가되는 단계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2026-10-03T02:19:05Z</dcterms:created>
  <dcterms:modified xsi:type="dcterms:W3CDTF">2026-10-03T02:19:05Z</dcterms:modified>
</cp:coreProperties>
</file>