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첫 문장에서 과제 목표(HW·SW 동시 최적화)를 먼저 말하고, 그 조건으로 문제를 제시.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세 숫자만 말한다. 모델링 범위는 손으로 훑는 정도.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이번 과제에서 새로 만든 것.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정확하지만 안이 안 보이고 HW를 바꾸려면 재합성이 필요해서 하루 수백 번 도는 루프에는 맞지 않습니다.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빠르면서 cycle을 아는 시뮬레이터가 필요했다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HW·SW를 같이 최적화하려면 빠르면서 cycle을 아는 시뮬레이터가 필요한데,</a:t>
            </a:r>
            <a:endParaRPr lang="en-US" sz="2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실리콘 전에 SW를 개발하면서 성능까지 본다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4000500"/>
            <a:ext cx="38103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모델링 범위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08406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870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3단 인오더 파이프라인, 명령어별 cycle, NVIC, FPU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340303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517697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0597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17697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TCM, 독립 SRAM 뱅크, Flash wait state·prefetch, I-Cache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72200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9594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92494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49594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매트릭스, 마스터 간 실제 경합 지연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004097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18149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439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8149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DMA(burst), Timer, 오디오 입력, 센서·액추에이터, MAC 가속기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Shape 16"/>
          <p:cNvSpPr/>
          <p:nvPr/>
        </p:nvSpPr>
        <p:spPr>
          <a:xfrm>
            <a:off x="3873398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76395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79392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83303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86300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889297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92294" y="2825496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73398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076395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79392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83303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686300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89297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092294" y="3111703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73398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076395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79392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83303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86300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889297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092294" y="3396996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43" name="Shape 40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7" name="Shape 44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51" name="Text 48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54" name="Text 51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TLM에서 찾은 최적점을 RTL 파형으로 교차 검증 — 모델 정합성을 루프 안에서 관리</a:t>
            </a:r>
            <a:endParaRPr lang="en-US" sz="1350" dirty="0"/>
          </a:p>
        </p:txBody>
      </p:sp>
      <p:sp>
        <p:nvSpPr>
          <p:cNvPr id="55" name="Shape 52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556102"/>
          </a:xfrm>
          <a:prstGeom prst="roundRect">
            <a:avLst>
              <a:gd name="adj" fmla="val 285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841602"/>
            <a:ext cx="5333695" cy="3556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[아키텍처 그림 자리]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+ TCM · SRAM 뱅크 · Flash · DMA · MAC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(직접 삽입)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57" name="Shape 54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60" name="Shape 57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63" name="Shape 60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302398" y="4813402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300" dirty="0"/>
          </a:p>
        </p:txBody>
      </p:sp>
      <p:sp>
        <p:nvSpPr>
          <p:cNvPr id="68" name="Text 65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69" name="Shape 66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72" name="Shape 69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75" name="Shape 72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8B4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8B4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면적 예산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사람 HW + 기본 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SW만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HW+SW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470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개발·HW-SW 최적화를 설계 단계로 앞당김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이전에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안이 안 보임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안이 보이고, HW를 바로 바꿀 수 있어야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190695" y="23618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5169103"/>
            <a:ext cx="2286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신호만 · 재합성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4572000"/>
            <a:ext cx="1524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4063594" y="5460797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한 번 바꾸는 시간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826203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낮음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 cycle, 버스 경합, 스톨 원인을 주지 않음. 파형을 뽑으려면 프로브·트레이스 IP·용량 제약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2026-09-29T08:52:21Z</dcterms:created>
  <dcterms:modified xsi:type="dcterms:W3CDTF">2026-09-29T08:52:21Z</dcterms:modified>
</cp:coreProperties>
</file>