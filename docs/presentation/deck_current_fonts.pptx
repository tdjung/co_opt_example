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모델링 범위는 손으로 훑는 정도.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4000500"/>
            <a:ext cx="381030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모델링 범위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08406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2870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코어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3단 인오더 파이프라인, 명령어별 cycle, NVIC, FPU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340303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517697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860597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517697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TCM, 독립 SRAM 뱅크, Flash wait state·prefetch, I-Cache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72200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49594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692494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버스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49594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매트릭스, 마스터 간 실제 경합 지연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9004097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18149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439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18149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DMA(burst), Timer, 오디오 입력, 센서·액추에이터, MAC 가속기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30298"/>
            <a:ext cx="5079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가상 플랫폼 · JSON config 1장으로 조립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333195" y="2895905"/>
            <a:ext cx="0" cy="533095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56102" y="2895905"/>
            <a:ext cx="0" cy="533095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48402" y="2895905"/>
            <a:ext cx="0" cy="533095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70102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324405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31897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40303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7795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16398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8602" y="2197303"/>
            <a:ext cx="12701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98602" y="2286000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Cortex-M4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8602" y="2577694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FPU · NVIC · 3-stage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1968703" y="2361895"/>
            <a:ext cx="88697" cy="0"/>
          </a:xfrm>
          <a:prstGeom prst="line">
            <a:avLst/>
          </a:prstGeom>
          <a:noFill/>
          <a:ln w="38100">
            <a:solidFill>
              <a:srgbClr val="0F1B2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968703" y="2730398"/>
            <a:ext cx="88697" cy="0"/>
          </a:xfrm>
          <a:prstGeom prst="line">
            <a:avLst/>
          </a:prstGeom>
          <a:noFill/>
          <a:ln w="38100">
            <a:solidFill>
              <a:srgbClr val="0F1B2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57400" y="2197303"/>
            <a:ext cx="672998" cy="330098"/>
          </a:xfrm>
          <a:prstGeom prst="roundRect">
            <a:avLst>
              <a:gd name="adj" fmla="val 15512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57400" y="2216506"/>
            <a:ext cx="672998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ITCM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16–64 KB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2673706" y="2139696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2057400" y="2564892"/>
            <a:ext cx="672998" cy="330098"/>
          </a:xfrm>
          <a:prstGeom prst="roundRect">
            <a:avLst>
              <a:gd name="adj" fmla="val 15512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057400" y="2584094"/>
            <a:ext cx="672998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DTCM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16–64 KB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2673706" y="2508199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Shape 25"/>
          <p:cNvSpPr/>
          <p:nvPr/>
        </p:nvSpPr>
        <p:spPr>
          <a:xfrm>
            <a:off x="856793" y="3022092"/>
            <a:ext cx="952805" cy="2542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56793" y="3022092"/>
            <a:ext cx="95280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I-Cache 0–4 KB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1752905" y="2965399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1" name="Shape 28"/>
          <p:cNvSpPr/>
          <p:nvPr/>
        </p:nvSpPr>
        <p:spPr>
          <a:xfrm>
            <a:off x="3047695" y="2197303"/>
            <a:ext cx="1015898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047695" y="2286000"/>
            <a:ext cx="1015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047695" y="2564892"/>
            <a:ext cx="1015898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2ch · burst 1–16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오디오 → SRAM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006901" y="2139696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5" name="Shape 32"/>
          <p:cNvSpPr/>
          <p:nvPr/>
        </p:nvSpPr>
        <p:spPr>
          <a:xfrm>
            <a:off x="4444898" y="2197303"/>
            <a:ext cx="1206094" cy="698602"/>
          </a:xfrm>
          <a:prstGeom prst="roundRect">
            <a:avLst>
              <a:gd name="adj" fmla="val 10864"/>
            </a:avLst>
          </a:prstGeom>
          <a:solidFill>
            <a:srgbClr val="FFFFFF"/>
          </a:solidFill>
          <a:ln w="28575">
            <a:solidFill>
              <a:srgbClr val="B8791F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4444898" y="2286000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MAC 가속기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444898" y="2553005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dot-product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옵션 (예산 ≤470)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594299" y="2139696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9" name="Shape 36"/>
          <p:cNvSpPr/>
          <p:nvPr/>
        </p:nvSpPr>
        <p:spPr>
          <a:xfrm>
            <a:off x="698602" y="3429000"/>
            <a:ext cx="4953305" cy="330098"/>
          </a:xfrm>
          <a:prstGeom prst="roundRect">
            <a:avLst>
              <a:gd name="adj" fmla="val 19114"/>
            </a:avLst>
          </a:prstGeom>
          <a:solidFill>
            <a:srgbClr val="2FA6A0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8602" y="3429000"/>
            <a:ext cx="4953305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· 마스터 3개의 경합을 cycle 단위로 모델링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98602" y="4076395"/>
            <a:ext cx="1143000" cy="508406"/>
          </a:xfrm>
          <a:prstGeom prst="roundRect">
            <a:avLst>
              <a:gd name="adj" fmla="val 14928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98602" y="4127602"/>
            <a:ext cx="1143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Flash 512 KB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698602" y="4356202"/>
            <a:ext cx="11430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WS 6→4 · prefetch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1783994" y="4019702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5" name="Shape 42"/>
          <p:cNvSpPr/>
          <p:nvPr/>
        </p:nvSpPr>
        <p:spPr>
          <a:xfrm>
            <a:off x="2095805" y="4076395"/>
            <a:ext cx="457200" cy="508406"/>
          </a:xfrm>
          <a:prstGeom prst="roundRect">
            <a:avLst>
              <a:gd name="adj" fmla="val 1380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95805" y="4076395"/>
            <a:ext cx="457200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SRAM0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2603297" y="4076395"/>
            <a:ext cx="457200" cy="508406"/>
          </a:xfrm>
          <a:prstGeom prst="roundRect">
            <a:avLst>
              <a:gd name="adj" fmla="val 1380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603297" y="4076395"/>
            <a:ext cx="457200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SRAM1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3111703" y="4076395"/>
            <a:ext cx="457200" cy="508406"/>
          </a:xfrm>
          <a:prstGeom prst="roundRect">
            <a:avLst>
              <a:gd name="adj" fmla="val 1380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3111703" y="4076395"/>
            <a:ext cx="457200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SRAM2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3619195" y="4076395"/>
            <a:ext cx="457200" cy="508406"/>
          </a:xfrm>
          <a:prstGeom prst="roundRect">
            <a:avLst>
              <a:gd name="adj" fmla="val 13800"/>
            </a:avLst>
          </a:prstGeom>
          <a:solidFill>
            <a:srgbClr val="FFFFFF"/>
          </a:solidFill>
          <a:ln w="28575">
            <a:solidFill>
              <a:srgbClr val="B8791F"/>
            </a:solidFill>
            <a:prstDash val="dash"/>
          </a:ln>
        </p:spPr>
      </p:sp>
      <p:sp>
        <p:nvSpPr>
          <p:cNvPr id="52" name="Text 49"/>
          <p:cNvSpPr txBox="1"/>
          <p:nvPr/>
        </p:nvSpPr>
        <p:spPr>
          <a:xfrm>
            <a:off x="3619195" y="4076395"/>
            <a:ext cx="457200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SRAM3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4019702" y="4019702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095805" y="4622292"/>
            <a:ext cx="19815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64 KB 뱅크 × 2–4 · 독립 포트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4381805" y="4076395"/>
            <a:ext cx="1270102" cy="508406"/>
          </a:xfrm>
          <a:prstGeom prst="roundRect">
            <a:avLst>
              <a:gd name="adj" fmla="val 14928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381805" y="4127602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4381805" y="4317797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Timer 1 kHz · Audio in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Sensor · Actuator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660197" y="4876495"/>
            <a:ext cx="507949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knob — 면적 예산 안에서 AI가 선택:</a:t>
            </a:r>
            <a:endParaRPr lang="en-US" sz="1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 크기 · SRAM 뱅크 수 · I-Cache · Flash WS/prefetch · DMA burst · MAC 유무</a:t>
            </a:r>
            <a:endParaRPr lang="en-US" sz="1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점선 = 예산에 따라 있거나 없는 블록 · 바탕 구조는 공통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61" name="Shape 58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7" name="Shape 104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10" name="Shape 107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11" name="Shape 108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13" name="Shape 110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14" name="Shape 111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16" name="Shape 113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118" name="Text 115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9" name="Text 116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20" name="Shape 117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23" name="Shape 120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5" name="Text 122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26" name="Shape 123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8" name="Text 125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면적 예산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사람 HW + 기본 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SW만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HW+SW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170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280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470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HW-SW 최적화까지 실리콘 전에 — 기존 FPGA·에뮬 흐름 앞에 추가되는 단계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프로브·재합성 필요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2026-10-03T02:05:25Z</dcterms:created>
  <dcterms:modified xsi:type="dcterms:W3CDTF">2026-10-03T02:05:25Z</dcterms:modified>
</cp:coreProperties>
</file>