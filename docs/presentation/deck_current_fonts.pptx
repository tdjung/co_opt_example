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아래는 '메모리·버스는 기존 자산, 코어·DMA·Timer·MAC·PoC 주변장치는 이번 과제에서 모델링'을 한 문장으로.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왼쪽 그림: 회색 점(초기)→주황 점(루프 결과) 화살표 옆 숫자를 읽는다. 오른쪽 위 표 = 성능, 아래 표 = 면적, 같은 세 구조. 검은 타일 '에뮬 300분 → 10분'은 실험 1회 기준 — 11장 정량 효과(하루 반복 횟수·탐색 기간)의 근거가 된다. 면적 단위 질문이 오면 맨 아래 각주: SRAM 1 KB = 1인 상대 단위, 블록 계수의 합. 신뢰성 질문이 오면 세 번째 타일: 모든 실험이 bit-exact와 ISR 제약을 통과했고 아닌 것은 자동 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정량 칸 첫 줄(300분→10분)이 10장 검은 타일의 파생. 나머지 대괄호는 PoC 실측. '다음' 띠는 한 문장으로 읽고 감사 인사.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8406" y="4063594"/>
            <a:ext cx="2286000" cy="1904695"/>
          </a:xfrm>
          <a:prstGeom prst="roundRect">
            <a:avLst>
              <a:gd name="adj" fmla="val 4657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8602" y="4241902"/>
            <a:ext cx="19046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자산 · 그대로 사용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98602" y="4520794"/>
            <a:ext cx="1968703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 모델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 · SRAM · Flash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I-Cache · AHB 매트릭스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4063594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과제에서 모델링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971800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71800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149194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Cortex-M4 코어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149194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3단 인오더 파이프라인 · 명령어별 cycle · NVIC · FPU — CoreMark 정합성 99.7%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17997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17997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096305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 · Timer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096305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전송 · 채널 · 완료 IRQ / 1 kHz 제어 타이머 · ISR 지연 측정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864194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64194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042502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 가속기 · PoC 주변장치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042502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dot-product 버스 마스터 · 완료 IRQ / 오디오 입력 · 센서·액추에이터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Shape 104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09" name="Shape 106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200" dirty="0"/>
          </a:p>
        </p:txBody>
      </p:sp>
      <p:sp>
        <p:nvSpPr>
          <p:cNvPr id="111" name="Text 108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2" name="Text 109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3" name="Shape 110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6" name="Shape 113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19" name="Shape 116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세 가지 HW 구조 모두 정확도 손실 없이 cycle −[__]~[__]% · 면적 −[__]~[__]%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6096305" cy="4063594"/>
          </a:xfrm>
          <a:prstGeom prst="roundRect">
            <a:avLst>
              <a:gd name="adj" fmla="val 24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95330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41310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958998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593592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197096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3149194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7847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78470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419295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38180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6991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285793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87498" y="3276295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4000500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063594" y="4584802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4594" y="1828800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507992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904695" y="50035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 · ≤170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174797" y="50035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 · ≤280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43500" y="5003597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+TCM+MAC · ≤470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4317797" y="2476195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정한 HW + 기본 SW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HW·SW 함께 선택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 결과 = +MAC 초기 성능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1270102" y="2476195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1714500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HW 구조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초기 성능 (cycle)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최적화 루프 결과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 + MAC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3556102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HW 구조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초기 면적 (상대)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최적화 루프 결과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 + MAC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hape 29"/>
          <p:cNvSpPr/>
          <p:nvPr/>
        </p:nvSpPr>
        <p:spPr>
          <a:xfrm>
            <a:off x="6832397" y="5270602"/>
            <a:ext cx="1904695" cy="698602"/>
          </a:xfrm>
          <a:prstGeom prst="roundRect">
            <a:avLst>
              <a:gd name="adj" fmla="val 9031"/>
            </a:avLst>
          </a:prstGeom>
          <a:solidFill>
            <a:srgbClr val="0F1B2D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972300" y="5359298"/>
            <a:ext cx="17145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실험 1회 · 에뮬레이터 대비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6972300" y="5575097"/>
            <a:ext cx="1714500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strike="sngStrike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300분</a:t>
            </a:r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→ </a:t>
            </a:r>
            <a:pPr algn="l" indent="0" marL="0">
              <a:buNone/>
            </a:pPr>
            <a:r>
              <a:rPr lang="en-US" sz="1700" b="1" dirty="0">
                <a:solidFill>
                  <a:srgbClr val="2FA6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10분</a:t>
            </a:r>
            <a:endParaRPr lang="en-US" sz="1700" dirty="0"/>
          </a:p>
        </p:txBody>
      </p:sp>
      <p:sp>
        <p:nvSpPr>
          <p:cNvPr id="37" name="Shape 32"/>
          <p:cNvSpPr/>
          <p:nvPr/>
        </p:nvSpPr>
        <p:spPr>
          <a:xfrm>
            <a:off x="8838590" y="5270602"/>
            <a:ext cx="1371600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952890" y="5359298"/>
            <a:ext cx="1206094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반복 · 사람 검토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8952890" y="5575097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[__] · [__]회</a:t>
            </a:r>
            <a:endParaRPr lang="en-US" sz="1500" dirty="0"/>
          </a:p>
        </p:txBody>
      </p:sp>
      <p:sp>
        <p:nvSpPr>
          <p:cNvPr id="40" name="Shape 35"/>
          <p:cNvSpPr/>
          <p:nvPr/>
        </p:nvSpPr>
        <p:spPr>
          <a:xfrm>
            <a:off x="10311689" y="5270602"/>
            <a:ext cx="1371600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10425989" y="5359298"/>
            <a:ext cx="1206094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bit-exact · ISR 제약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10425989" y="5575097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전 실험 통과</a:t>
            </a:r>
            <a:endParaRPr lang="en-US" sz="1500" dirty="0"/>
          </a:p>
        </p:txBody>
      </p:sp>
      <p:sp>
        <p:nvSpPr>
          <p:cNvPr id="43" name="Text 38"/>
          <p:cNvSpPr txBox="1"/>
          <p:nvPr/>
        </p:nvSpPr>
        <p:spPr>
          <a:xfrm>
            <a:off x="508406" y="5905195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면적(상대)</a:t>
            </a:r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= 구성 블록 비용의 합. </a:t>
            </a:r>
            <a:pPr algn="l" indent="0" marL="0">
              <a:buNone/>
            </a:pPr>
            <a:r>
              <a:rPr lang="en-US" sz="11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 1 KB = 1</a:t>
            </a:r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을 기준으로 각 IP의 면적을 대략적인 상대값으로 가정해 PoC 결과를 분석했으며, 실제 수치로 교체 가능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5499202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7298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정성적 효과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HW·SW 최적화까지 실리콘 전에 — 기존 FPGA·에뮬레이터 흐름 앞에 추가되는 단계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"왜 느린가"에 프로파일·경합 창이라는 근거로 답함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결정에 면적 비용이 항상 따라붙어 공짜 답이 없음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반복은 AI, 검토·승인은 사람 — 역할이 분리됨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85002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85002" y="1904695"/>
            <a:ext cx="5499202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3894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정량적 효과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463894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실험 1회 에뮬레이터 300분 → 10분, 같은 시간에 30배 더 많은 시도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하루 [__]회 반복 — 사람이 손으로 하면 [__]회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SW·같은 정확도로 추론 cycle −[__]%, 면적 −[__]%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탐색 기간 [__]일 → [__]시간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08406" y="5143500"/>
            <a:ext cx="11175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37006" y="5143500"/>
            <a:ext cx="6986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다음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0297" y="5143500"/>
            <a:ext cx="761969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실제 과제 워크로드 투입 · RTL 파형과 WaveScope 교차 검증으로 정합성 관리 · HW knob 범위 확대(버스 우선순위·캐시 정책)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9271102" y="5143500"/>
            <a:ext cx="222199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감사합니다 · Q&amp;A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필요한 것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RTL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FPGA · 에뮬레이터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기능(LT)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이 과제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수 KIPS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50배+ vs RTL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R2 · cycle 수준 정확도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타이밍 없음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99.7%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파형뿐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프로브·재합성 필요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callgrind + 파형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RTL 재작성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재합성 수 시간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config 한 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AI 루프 + 사람 검토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2026-10-03T05:22:36Z</dcterms:created>
  <dcterms:modified xsi:type="dcterms:W3CDTF">2026-10-03T05:22:36Z</dcterms:modified>
</cp:coreProperties>
</file>