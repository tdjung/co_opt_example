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면적 예산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사람 HW + 기본 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SW만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HW+SW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170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280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470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HW-SW 최적화까지 실리콘 전에 — 기존 FPGA·에뮬 흐름 앞에 추가되는 단계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2026-10-03T02:25:02Z</dcterms:created>
  <dcterms:modified xsi:type="dcterms:W3CDTF">2026-10-03T02:25:02Z</dcterms:modified>
</cp:coreProperties>
</file>