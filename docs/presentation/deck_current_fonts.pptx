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아래 검은 박스: 'AI 반복 + 개발자 검토'가 루프 1회이고 4회로 수렴. 오른쪽 두 타일: 실행 1회가 RTL 시뮬 약 60분·에뮬레이터 약 10분 → 1분 이내 — 11장 정량 효과의 근거. 면적 단위 질문이 오면 그래프 아래 각주: SRAM 1 KB = 1인 상대 단위. 신뢰성 질문: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두 줄이 10장 아래 박스·타일의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세 가지 HW 구조 모두 정확도 손실 없이 cycle −[__]~[__]% · 면적 −[__]~[__]%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152430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3818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18416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3874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0220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36255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5776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2132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2132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38477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38103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1276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37142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27047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4290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0133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625803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46397" y="1625803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44320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44320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44320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19046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19046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8406" y="4902098"/>
            <a:ext cx="6096305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면적(상대)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= 구성 블록 비용의 합. </a:t>
            </a:r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 1 KB = 1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을 기준으로 각 IP의 면적을 대략적인 상대값으로 가정해 PoC 결과를 분석했으며, 실제 수치로 교체 가능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524305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성능 (cycle)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36499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면적 (상대)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Shape 30"/>
          <p:cNvSpPr/>
          <p:nvPr/>
        </p:nvSpPr>
        <p:spPr>
          <a:xfrm>
            <a:off x="508406" y="5372100"/>
            <a:ext cx="6451092" cy="787298"/>
          </a:xfrm>
          <a:prstGeom prst="roundRect">
            <a:avLst>
              <a:gd name="adj" fmla="val 9640"/>
            </a:avLst>
          </a:prstGeom>
          <a:solidFill>
            <a:srgbClr val="0F1B2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5800" y="5447995"/>
            <a:ext cx="6096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최적화 + 개발자 검토 = 루프 1회 · </a:t>
            </a:r>
            <a:pPr algn="l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4회</a:t>
            </a:r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얻은 결과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685800" y="5650992"/>
            <a:ext cx="6096305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루프마다 AI가 실험 [__]회 → 개발자가 근거 검토 · HW 변경 승인 → 다음 루프. 4회 만에 세 구조 모두 수렴 — 총 실험 [__]회 · [__]시간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7188098" y="5372100"/>
            <a:ext cx="2184502" cy="787298"/>
          </a:xfrm>
          <a:prstGeom prst="roundRect">
            <a:avLst>
              <a:gd name="adj" fmla="val 964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340803" y="5460797"/>
            <a:ext cx="190469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· 실행 1회</a:t>
            </a:r>
            <a:endParaRPr lang="en-US" sz="1050" dirty="0"/>
          </a:p>
        </p:txBody>
      </p:sp>
      <p:sp>
        <p:nvSpPr>
          <p:cNvPr id="40" name="Text 35"/>
          <p:cNvSpPr txBox="1"/>
          <p:nvPr/>
        </p:nvSpPr>
        <p:spPr>
          <a:xfrm>
            <a:off x="7340803" y="5715000"/>
            <a:ext cx="190469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trike="sngStrike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약 60분</a:t>
            </a:r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buNone/>
            </a:pPr>
            <a:r>
              <a:rPr lang="en-US" sz="16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1분 이내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9499702" y="5372100"/>
            <a:ext cx="2184502" cy="787298"/>
          </a:xfrm>
          <a:prstGeom prst="roundRect">
            <a:avLst>
              <a:gd name="adj" fmla="val 964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9651492" y="5460797"/>
            <a:ext cx="190469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 대비 · 실행 1회</a:t>
            </a:r>
            <a:endParaRPr lang="en-US" sz="1050" dirty="0"/>
          </a:p>
        </p:txBody>
      </p:sp>
      <p:sp>
        <p:nvSpPr>
          <p:cNvPr id="43" name="Text 38"/>
          <p:cNvSpPr txBox="1"/>
          <p:nvPr/>
        </p:nvSpPr>
        <p:spPr>
          <a:xfrm>
            <a:off x="9651492" y="5715000"/>
            <a:ext cx="190469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trike="sngStrike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약 10분</a:t>
            </a:r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buNone/>
            </a:pPr>
            <a:r>
              <a:rPr lang="en-US" sz="16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1분 이내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 1분 이내 — RTL 시뮬레이션 약 60분, 에뮬레이터 약 10분 대비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+ 개발자 검토 루프 4회로 수렴 — 총 실험 [__]회 · [__]시간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2026-10-03T05:49:27Z</dcterms:created>
  <dcterms:modified xsi:type="dcterms:W3CDTF">2026-10-03T05:49:27Z</dcterms:modified>
</cp:coreProperties>
</file>