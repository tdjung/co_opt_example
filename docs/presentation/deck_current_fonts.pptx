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아래는 '코어·메모리·버스는 기존 자산, 이번에 더한 것은 MAC 가속기·PoC 주변장치·분석 출력'을 한 문장으로.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회색 점(사람 출발점)→주황 점(AI 도착점) 화살표가 'AI가 HW도 SW도 바꿨다'는 증거. 점선은 헤드라인. 실측 후 그림 교체. 검은 박스의 HW 변경 목록이 co-optimization의 실체.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정량 칸은 PoC 수치로. 교육·실무 칸의 대괄호는 제안 — 실제 교과목명·적용 프로젝트로 교체.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8406" y="4063594"/>
            <a:ext cx="2667305" cy="1904695"/>
          </a:xfrm>
          <a:prstGeom prst="roundRect">
            <a:avLst>
              <a:gd name="adj" fmla="val 4657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8602" y="4241902"/>
            <a:ext cx="22860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자산 · 그대로 사용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8602" y="4520794"/>
            <a:ext cx="2349094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코어 (NVIC·FPU)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 · SRAM · Flash · I-Cache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 · DMA · Timer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353105" y="4063594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과제에서 추가 모델링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353105" y="4381805"/>
            <a:ext cx="2691994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353105" y="4381805"/>
            <a:ext cx="26919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530498" y="4546397"/>
            <a:ext cx="23362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 가속기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530498" y="4863694"/>
            <a:ext cx="233629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dot-product 버스 마스터 · 레지스터 맵 · 완료 IRQ · 면적 비용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172200" y="4381805"/>
            <a:ext cx="2691994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172200" y="4381805"/>
            <a:ext cx="26919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349594" y="4546397"/>
            <a:ext cx="23362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PoC 주변장치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349594" y="4863694"/>
            <a:ext cx="233629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오디오 입력(16 kHz → DMA) · 센서/액추에이터 · 결과·마커 출력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991295" y="4381805"/>
            <a:ext cx="2691994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991295" y="4381805"/>
            <a:ext cx="26919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169603" y="4546397"/>
            <a:ext cx="23362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분석 출력 확장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169603" y="4863694"/>
            <a:ext cx="233629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callgrind 이벤트: 메모리 영역별 접근·스톨·버스 대기 · FST: PC·함수·버스 신호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Shape 104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09" name="Shape 106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200" dirty="0"/>
          </a:p>
        </p:txBody>
      </p:sp>
      <p:sp>
        <p:nvSpPr>
          <p:cNvPr id="111" name="Text 108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2" name="Text 109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3" name="Shape 110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6" name="Shape 113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19" name="Shape 116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[헤드라인 — 예) 예산 280에서 AI가 고른 HW+SW가 예산 470의 사람 출발점보다 빠름: 면적 −40%, 같은 성능]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6096305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76219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22199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768803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403397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006901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2958998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5935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59359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229100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19069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5079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095598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634594" y="20189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07992" y="495330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2095805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≤170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364992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≤280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60797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≤470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317797" y="2286000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정한 HW + 기본 SW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HW·SW 함께 선택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성능, 면적 −__%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70102" y="2286000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904695"/>
          <a:ext cx="4826203" cy="914400"/>
        </p:xfrm>
        <a:graphic>
          <a:graphicData uri="http://schemas.openxmlformats.org/drawingml/2006/table">
            <a:tbl>
              <a:tblPr/>
              <a:tblGrid>
                <a:gridCol w="1270102"/>
                <a:gridCol w="1206094"/>
                <a:gridCol w="1047902"/>
                <a:gridCol w="1302106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면적 예산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사람 HW + 기본 SW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AI · SW만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AI · HW+SW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170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280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470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6858000" y="3492094"/>
            <a:ext cx="4826203" cy="825703"/>
          </a:xfrm>
          <a:prstGeom prst="roundRect">
            <a:avLst>
              <a:gd name="adj" fmla="val 9192"/>
            </a:avLst>
          </a:prstGeom>
          <a:solidFill>
            <a:srgbClr val="0F1B2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035394" y="3593592"/>
            <a:ext cx="4444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실제로 바꾼 HW (예산 ≤280 예시)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7035394" y="3810305"/>
            <a:ext cx="444489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[SRAM 3뱅크 → 2뱅크 · I-cache 4K → 없음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Flash prefetch on · DMA burst 1 → 8]</a:t>
            </a:r>
            <a:endParaRPr lang="en-US" sz="1250" dirty="0"/>
          </a:p>
        </p:txBody>
      </p:sp>
      <p:sp>
        <p:nvSpPr>
          <p:cNvPr id="33" name="Shape 29"/>
          <p:cNvSpPr/>
          <p:nvPr/>
        </p:nvSpPr>
        <p:spPr>
          <a:xfrm>
            <a:off x="685800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98510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반복 · 소요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698510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[__]회 · [_]h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849569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62279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 대비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862279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[_]일 → [_]h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10134295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261397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골든 불일치 폐기</a:t>
            </a:r>
            <a:endParaRPr lang="en-US" sz="1050" dirty="0"/>
          </a:p>
        </p:txBody>
      </p:sp>
      <p:sp>
        <p:nvSpPr>
          <p:cNvPr id="41" name="Text 37"/>
          <p:cNvSpPr txBox="1"/>
          <p:nvPr/>
        </p:nvSpPr>
        <p:spPr>
          <a:xfrm>
            <a:off x="10261397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[__] / [__]</a:t>
            </a:r>
            <a:endParaRPr lang="en-US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508406" y="5397703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신뢰성</a:t>
            </a:r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모든 점은 출력 bit-exact · ISR ≤ 20 µs · overrun 0 통과. 모델 정합성 99.7%, 추론 커널 TFLite와 bit-exact, 실험마다 git rev·config 해시 기록. 예산 안의 HW 구성은 AI가 선택.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36063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7006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정성적 효과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7006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HW-SW 최적화까지 실리콘 전에 — 기존 FPGA·에뮬 흐름 앞에 추가되는 단계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"왜 느린가"에 근거(프로파일·경합 창)로 답함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결정에 면적 비용이 항상 따라붙음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사람은 검토자로, 반복은 AI로 역할 분리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92194" y="1904695"/>
            <a:ext cx="3606394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0794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정량적 효과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0794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탐색 시간 [사람 __일 → AI __시간]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[베이스라인 대비 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성능에 면적 [−__%]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실험 1회 [__초], 하루 [__]회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76895" y="1904695"/>
            <a:ext cx="3606394" cy="3840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05495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교육 · 실무 연계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05495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[교과목: 컴퓨터구조 · 임베디드 · SoC 설계 — 메모리 계층·버스 경합을 실험으로 체득]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[실무: 신규 SoC 펌웨어 선개발, RTL 파형(WaveScope) 교차 검증에 즉시 적용]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[다음: RISC-V·멀티코어, 실제 프로젝트 워크로드 투입]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5587898"/>
            <a:ext cx="5079492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감사합니다 · Q&amp;A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603797" y="5650992"/>
            <a:ext cx="50794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[이메일]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필요한 것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RTL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FPGA · 에뮬레이터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기능(LT)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이 과제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수 KIPS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50배+ vs RTL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R2 · cycle 수준 정확도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타이밍 없음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99.7%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파형뿐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프로브·재합성 필요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callgrind + 파형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RTL 재작성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재합성 수 시간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config 한 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AI 루프 + 사람 검토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2026-10-03T02:19:05Z</dcterms:created>
  <dcterms:modified xsi:type="dcterms:W3CDTF">2026-10-03T02:19:05Z</dcterms:modified>
</cp:coreProperties>
</file>