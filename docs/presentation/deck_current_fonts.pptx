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검은 타일 '에뮬 300분 → 10분'은 실험 1회 기준 — 11장 정량 효과(하루 반복 횟수·탐색 기간)의 근거가 된다. 신뢰성 질문이 오면 세 번째 타일: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줄(300분→10분)이 10장 검은 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세 가지 HW 구조 모두에서, 같은 정확도로 cycle −[__]% · 면적 −[__]%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6096305" cy="4063594"/>
          </a:xfrm>
          <a:prstGeom prst="roundRect">
            <a:avLst>
              <a:gd name="adj" fmla="val 24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9533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4131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9589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5935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1970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31491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7847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7847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4192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3818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6991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2857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32762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40005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5848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828800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07992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50035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24761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24761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714500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성능 (cycle)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55610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면적 (상대)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29"/>
          <p:cNvSpPr/>
          <p:nvPr/>
        </p:nvSpPr>
        <p:spPr>
          <a:xfrm>
            <a:off x="6832397" y="5270602"/>
            <a:ext cx="1904695" cy="698602"/>
          </a:xfrm>
          <a:prstGeom prst="roundRect">
            <a:avLst>
              <a:gd name="adj" fmla="val 9031"/>
            </a:avLst>
          </a:prstGeom>
          <a:solidFill>
            <a:srgbClr val="0F1B2D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972300" y="5359298"/>
            <a:ext cx="17145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· 에뮬레이터 대비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6972300" y="5575097"/>
            <a:ext cx="17145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trike="sngStrike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300분</a:t>
            </a:r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</a:t>
            </a:r>
            <a:pPr algn="l" indent="0" marL="0">
              <a:buNone/>
            </a:pPr>
            <a:r>
              <a:rPr lang="en-US" sz="17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10분</a:t>
            </a:r>
            <a:endParaRPr lang="en-US" sz="1700" dirty="0"/>
          </a:p>
        </p:txBody>
      </p:sp>
      <p:sp>
        <p:nvSpPr>
          <p:cNvPr id="37" name="Shape 32"/>
          <p:cNvSpPr/>
          <p:nvPr/>
        </p:nvSpPr>
        <p:spPr>
          <a:xfrm>
            <a:off x="8838590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952890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· 사람 검토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8952890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 · [__]회</a:t>
            </a:r>
            <a:endParaRPr lang="en-US" sz="1500" dirty="0"/>
          </a:p>
        </p:txBody>
      </p:sp>
      <p:sp>
        <p:nvSpPr>
          <p:cNvPr id="40" name="Shape 35"/>
          <p:cNvSpPr/>
          <p:nvPr/>
        </p:nvSpPr>
        <p:spPr>
          <a:xfrm>
            <a:off x="10311689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10425989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bit-exact · ISR 제약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10425989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전 실험 통과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에뮬레이터 300분 → 10분, 같은 시간에 30배 더 많은 시도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하루 [__]회 반복 — 사람이 손으로 하면 [__]회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2026-10-03T05:12:19Z</dcterms:created>
  <dcterms:modified xsi:type="dcterms:W3CDTF">2026-10-03T05:12:19Z</dcterms:modified>
</cp:coreProperties>
</file>